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Strawman proposal, not a statement of implemented capability. Replace placeholders with approved project evidence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Strawman proposal, not a statement of implemented capability. Replace placeholders with approved project evidence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Strawman proposal, not a statement of implemented capability. Replace placeholders with approved project evidence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Strawman proposal, not a statement of implemented capability. Replace placeholders with approved project evidence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Strawman proposal, not a statement of implemented capability. Replace placeholders with approved project evidence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 is an editable conceptual architecture. Provider, storage, deployment, and integrations are pending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Strawman proposal, not a statement of implemented capability. Replace placeholders with approved project evidence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Strawman proposal, not a statement of implemented capability. Replace placeholders with approved project evidence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Strawman proposal, not a statement of implemented capability. Replace placeholders with approved project evidence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Strawman proposal, not a statement of implemented capability. Replace placeholders with approved project evidence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Predefine sample size, annotation instructions, thresholds, and adjudication. Use held-out examples; document disagreement and uncertainty. Do not treat model self-grading as independent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Strawman proposal, not a statement of implemented capability. Replace placeholders with approved project evidence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Strawman proposal, not a statement of implemented capability. Replace placeholders with approved project evidence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Strawman proposal, not a statement of implemented capability. Replace placeholders with approved project evidence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external research was used to claim project outcomes. Replace B1–B5 with verified references and cite them on the relevant slides. Confirm all source metadata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AlignAgent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Communication Alignment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01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107899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087F8C"/>
                </a:solidFill>
                <a:latin typeface="Arial"/>
              </a:defRPr>
            </a:pPr>
            <a:r>
              <a:t>Group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08960"/>
            <a:ext cx="107899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142C43"/>
                </a:solidFill>
                <a:latin typeface="Arial"/>
              </a:defRPr>
            </a:pPr>
            <a:r>
              <a:t>Ghost / strawman project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14800"/>
            <a:ext cx="107899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526171"/>
                </a:solidFill>
                <a:latin typeface="Arial"/>
              </a:defRPr>
            </a:pPr>
            <a:r>
              <a:t>[Presenter names]  •  [Course / sponsor]  •  [Presentation date]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166360"/>
            <a:ext cx="105156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526171"/>
                </a:solidFill>
                <a:latin typeface="Arial"/>
              </a:defRPr>
            </a:pPr>
            <a:r>
              <a:t>Working proposal. Research, performance results, and business impact remain unverified.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Proposed approach • Evidence and implementation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02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Proposed purpose: help users check whether messages reflect an agreed goal and audience.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9776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Personal mode supports drafting; organizational mode checks approved priorities and policies.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Outputs would explain possible gaps, cite supporting context, and suggest revisions.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2544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Decision sought: agree on scope, data access, and an evaluation plan before a pilot.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[Pending: validated need, prototype status, evaluation findings, and sponsor feedback].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Problem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Proposed approach • Evidence and implementation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03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Working hypothesis: unclear goals and inconsistent language can create communication gaps.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9776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Candidate gaps: missing requests, ambiguous ownership, conflicting priorities, or unsuitable 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Alignment means consistency with an explicit goal, intended audience, and approved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2544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Validate through interviews and consented examples; distinguish preference from material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[Pending: problem statement, observed examples, frequency, and affected stakeholders].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Business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Proposed approach • Evidence and implementation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04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Proposed need: reduce avoidable clarification and help teams communicate decisions clearly.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9776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Baseline measures: drafting time, clarification rounds, and reviewer-rated message quality.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Sponsor and decision owner: [Pending]; target workflow and pilot population: [Pending].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2544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Adoption depends on useful feedback, source traceability, and clear user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Business case remains a hypothesis until benefits and operating costs are measured.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Proposed AlignAgent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Proposed approach • Evidence and implementation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05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Capture the draft, intended audience, communication goal, and user-approved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9776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Identify potential gaps against a transparent rubric and show supporting passages.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Suggest revisions while preserving the author’s meaning and final editorial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2544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Use retrieval-augmented generation (RAG): retrieve relevant context before generating feedback.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Use Structured Query Language (SQL) for authorized structured records and evaluation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User Personas and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Proposed approach • Evidence and implementation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06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87F8C"/>
                </a:solidFill>
                <a:latin typeface="Arial"/>
              </a:defRPr>
            </a:pPr>
            <a:r>
              <a:t>Table 1. Candidate personas and workflows; validation pending.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3774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297680"/>
              </a:tblGrid>
              <a:tr h="65836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Persona</a:t>
                      </a:r>
                    </a:p>
                  </a:txBody>
                  <a:tcPr marL="118872" marR="118872" marT="82296" marB="82296">
                    <a:solidFill>
                      <a:srgbClr val="142C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Candidate use case</a:t>
                      </a:r>
                    </a:p>
                  </a:txBody>
                  <a:tcPr marL="118872" marR="118872" marT="82296" marB="82296">
                    <a:solidFill>
                      <a:srgbClr val="142C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Expected output</a:t>
                      </a:r>
                    </a:p>
                  </a:txBody>
                  <a:tcPr marL="118872" marR="118872" marT="82296" marB="82296">
                    <a:solidFill>
                      <a:srgbClr val="142C4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Individual contributor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Draft a request or status update.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Clear request and suggested revision.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Team lead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Review a decision announcement.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Goal coverage and unresolved questions.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Communications owner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Check a policy announcement.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Cited inconsistencies with approved text.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Administrator / reviewer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Review access and quality.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Authorized audit and evaluation records.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Proposed approach • Evidence and implementation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07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Discovery: interview intended users and document current communication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9776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Research: review relevant literature and collect permitted, de-identified examples.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Design: define the alignment rubric, data boundaries, and review responsibilities.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2544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Prototype: implement a narrow workflow and compare against simpler baselines.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Evaluate: test held-out examples, review failures, and revise before a pilot.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Conceptual design • Components and integrations are not implementation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08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87F8C"/>
                </a:solidFill>
                <a:latin typeface="Arial"/>
              </a:defRPr>
            </a:pPr>
            <a:r>
              <a:t>Figure 1. Proposed request and evidence 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28346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87F8C"/>
                </a:solidFill>
                <a:latin typeface="Arial"/>
              </a:defRPr>
            </a:pPr>
            <a: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514600"/>
            <a:ext cx="73152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C43"/>
                </a:solidFill>
                <a:latin typeface="Arial"/>
              </a:defRPr>
            </a:pPr>
            <a:r>
              <a:t>Draft + goal + audience + consent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28346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87F8C"/>
                </a:solidFill>
                <a:latin typeface="Arial"/>
              </a:defRPr>
            </a:pPr>
            <a:r>
              <a:t>Access and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310128"/>
            <a:ext cx="73152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C43"/>
                </a:solidFill>
                <a:latin typeface="Arial"/>
              </a:defRPr>
            </a:pPr>
            <a:r>
              <a:t>Permission checks → RAG context / authorized SQL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05656"/>
            <a:ext cx="28346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87F8C"/>
                </a:solidFill>
                <a:latin typeface="Arial"/>
              </a:defRPr>
            </a:pPr>
            <a:r>
              <a:t>Alignment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105656"/>
            <a:ext cx="73152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C43"/>
                </a:solidFill>
                <a:latin typeface="Arial"/>
              </a:defRPr>
            </a:pPr>
            <a:r>
              <a:t>Rubric checks → cited feedback → optional revision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01183"/>
            <a:ext cx="28346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87F8C"/>
                </a:solidFill>
                <a:latin typeface="Arial"/>
              </a:defRPr>
            </a:pPr>
            <a:r>
              <a:t>Human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4901183"/>
            <a:ext cx="73152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42C43"/>
                </a:solidFill>
                <a:latin typeface="Arial"/>
              </a:defRPr>
            </a:pPr>
            <a:r>
              <a:t>Author accepts, edits, or rejects suggestions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526171"/>
                </a:solidFill>
                <a:latin typeface="Arial"/>
              </a:defRPr>
            </a:pPr>
            <a:r>
              <a:t>Cross-cutting controls: data minimization, audit records, and source versioning.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Data and Research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Proposed approach • Evidence and implementation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09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Candidate project inputs: approved policies, communication goals, and consented message examples.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9776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Candidate research: peer-reviewed work on communication quality and grounded generation.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Record source owner, permission, date, version, retention rule, and relevance for every input.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2544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Separate synthetic demonstration inputs from real research and evaluation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[Pending: source inventory, access approvals, sample size, and completed literature review].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Analytics and AI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Proposed approach • Evidence and implementation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10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Rubric checks: goal coverage, clarity, actionable requests, and consistency with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9776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Semantic retrieval: rank relevant approved passages for RAG; assess retrieval relevance.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Language-model analysis: generate explanations and revisions with traceable citations.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2544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SQL analytics: summarize authorized usage and evaluation records without exposing drafts.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Compare against manual review and rubric-only prompting; model selection remains pending.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Personal-Use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Proposed approach • Evidence and implementation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11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Scenario: an individual prepares a project update for a specified audience.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9776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Inputs: draft, communication goal, optional user-provided context, and tone preference.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Proposed output: missing information, explained suggestions, and an editable revised draft.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2544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The user chooses what to submit and retains control over changes and external sharing.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[Pending: prototype walkthrough, consent controls, and usability observations].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Organizational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Proposed approach • Evidence and implementation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12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Scenario: a communications owner reviews an announcement against approved priorities.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9776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Inputs: draft, audience, current approved sources, and role-based access permissions.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Proposed output: source-linked discrepancies and questions for the responsible reviewer.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2544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Use approved source versions and prohibit retrieval outside the requester’s permissions.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[Pending: sponsor requirements, governance owner, integration scope, and pilot approval].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Evaluation Framework / Research Evidence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Planned evaluation • No scores or acceptance thresholds have been established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13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87F8C"/>
                </a:solidFill>
                <a:latin typeface="Arial"/>
              </a:defRPr>
            </a:pPr>
            <a:r>
              <a:t>Table 2. Evidence needed to assess the proposal.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377440"/>
          <a:ext cx="1088135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977639"/>
                <a:gridCol w="4434840"/>
              </a:tblGrid>
              <a:tr h="5943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</a:t>
                      </a:r>
                    </a:p>
                  </a:txBody>
                  <a:tcPr marL="118872" marR="118872" marT="82296" marB="82296">
                    <a:solidFill>
                      <a:srgbClr val="142C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 / measure</a:t>
                      </a:r>
                    </a:p>
                  </a:txBody>
                  <a:tcPr marL="118872" marR="118872" marT="82296" marB="82296">
                    <a:solidFill>
                      <a:srgbClr val="142C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Evidence / status</a:t>
                      </a:r>
                    </a:p>
                  </a:txBody>
                  <a:tcPr marL="118872" marR="118872" marT="82296" marB="82296">
                    <a:solidFill>
                      <a:srgbClr val="142C4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Is feedback correct?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Expert rubric; citation support rate.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[Pending: labeled test set and scores].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Does it help authors?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Task time; blind review of revisions.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[Pending: consented user study].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Is retrieval relevant?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Relevant passages retrieved / expected.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[Pending: reference passages].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Are controls effective?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Access denial and prompt-injection tests.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[Pending: test protocol and findings].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Is it economical?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Cost per task; response latency.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[Pending: workload and measurements].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Results and 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Results pending • Empty chart placeholder; no observed or simulated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14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51206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1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Demo: enter a synthetic draft and an explicit communication goal.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07792"/>
            <a:ext cx="51206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1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Show retrieved context, explained feedback, and an author-reviewed revision.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22191"/>
            <a:ext cx="51206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1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[Pending: completed runs, failure examples, and measured results].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87F8C"/>
                </a:solidFill>
                <a:latin typeface="Arial"/>
              </a:defRPr>
            </a:pPr>
            <a:r>
              <a:t>Figure 2. Planned quality comparison.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86600" y="5166360"/>
            <a:ext cx="3977640" cy="0"/>
          </a:xfrm>
          <a:prstGeom prst="line">
            <a:avLst/>
          </a:prstGeom>
          <a:ln w="19050">
            <a:solidFill>
              <a:srgbClr val="526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086600" y="2788920"/>
            <a:ext cx="0" cy="2377440"/>
          </a:xfrm>
          <a:prstGeom prst="line">
            <a:avLst/>
          </a:prstGeom>
          <a:ln w="19050">
            <a:solidFill>
              <a:srgbClr val="526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0" y="2423160"/>
            <a:ext cx="40233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Reviewer-rated alignment</a:t>
            </a:r>
          </a:p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(score; scale pending)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886200"/>
            <a:ext cx="3200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526171"/>
                </a:solidFill>
                <a:latin typeface="Arial"/>
              </a:defRPr>
            </a:pPr>
            <a:r>
              <a:t>[No data available]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5303520"/>
            <a:ext cx="1645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42C43"/>
                </a:solidFill>
                <a:latin typeface="Arial"/>
              </a:defRPr>
            </a:pPr>
            <a:r>
              <a:t>Original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5303520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42C43"/>
                </a:solidFill>
                <a:latin typeface="Arial"/>
              </a:defRPr>
            </a:pPr>
            <a:r>
              <a:t>Agent-assisted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5806440"/>
            <a:ext cx="3200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526171"/>
                </a:solidFill>
                <a:latin typeface="Arial"/>
              </a:defRPr>
            </a:pPr>
            <a:r>
              <a:t>Message condition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Business Value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Proposed approach • Evidence and implementation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15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Hypothesized value: clearer requests, fewer revision cycles, and less reviewer effort.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9776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Estimate value as task volume × verified time saved × labor cost, less operating costs.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Recommendation: start with one approved workflow and an accountable business owner.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2544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Expand only if quality, privacy controls, and measured economics meet agreed criteria.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[Pending: baseline values, cost assumptions, evaluation outcomes, and sponsor decision].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Risks, Assumptions,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Proposed approach • Evidence and implementation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16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Risk: unsupported feedback; mitigate with source citations and explicit uncertainty.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9776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Risk: sensitive content exposure; minimize collection and enforce access boundaries.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Risk: biased tone judgments; test diverse audiences and allow authors to reject advice.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2544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Assumption: approved sources reflect current goals; assign owners and review 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Limitations: no validated dataset, completed evaluation, or proven business impact yet.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Potential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Proposed approach • Evidence and implementation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17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Agree on the first use case and define who can approve scope and source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9776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Complete interviews, source inventory, and a literature review with traceable citations.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Define the rubric and held-out evaluation set before implementing the prototype.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2544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Run a controlled comparison and document errors alongside any measured benefits.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[Pending: milestone dates, task owners, pilot criteria, and go / no-go decision].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Working definitions and completion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18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87F8C"/>
                </a:solidFill>
                <a:latin typeface="Arial"/>
              </a:defRPr>
            </a:pPr>
            <a:r>
              <a:t>Table 3. Terms and evidence to complete.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37744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03920"/>
              </a:tblGrid>
              <a:tr h="5943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 marL="118872" marR="118872" marT="82296" marB="82296">
                    <a:solidFill>
                      <a:srgbClr val="142C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Definition / required addition</a:t>
                      </a:r>
                    </a:p>
                  </a:txBody>
                  <a:tcPr marL="118872" marR="118872" marT="82296" marB="82296">
                    <a:solidFill>
                      <a:srgbClr val="142C4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Alignment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Consistency with the stated goal, audience, and approved context.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RAG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Retrieval-augmented generation; retrieve context before generation.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SQL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Structured Query Language; query permitted structured records.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Evidence package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[Pending: rubric, source inventory, study protocol, and test set].</a:t>
                      </a:r>
                    </a:p>
                  </a:txBody>
                  <a:tcPr marL="118872" marR="118872" marT="82296" marB="8229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Demo package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2C43"/>
                          </a:solidFill>
                          <a:latin typeface="Arial"/>
                        </a:defRPr>
                      </a:pPr>
                      <a:r>
                        <a:t>[Pending: synthetic inputs, walkthrough, and recorded failure cases].</a:t>
                      </a:r>
                    </a:p>
                  </a:txBody>
                  <a:tcPr marL="118872" marR="118872" marT="82296" marB="82296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2C43"/>
                </a:solidFill>
                <a:latin typeface="Arial"/>
              </a:defRPr>
            </a:pPr>
            <a:r>
              <a:t>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26171"/>
                </a:solidFill>
                <a:latin typeface="Arial"/>
              </a:defRPr>
            </a:pPr>
            <a:r>
              <a:t>Research placeholder register • No completed literature review is claimed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6171"/>
                </a:solidFill>
                <a:latin typeface="Arial"/>
              </a:defRPr>
            </a:pPr>
            <a:r>
              <a:t>GROUP 6  |  ALIGNAGENT  |  STRAWMAN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282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171"/>
                </a:solidFill>
                <a:latin typeface="Arial"/>
              </a:defRPr>
            </a:pPr>
            <a:r>
              <a:t>19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[B1 Pending: communication alignment research; author, year, title, venue, and DOI / URL].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9776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[B2 Pending: original RAG research; verified publication details and DOI / URL].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[B3 Pending: selected model and retrieval documentation; version, URL, and access date].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2544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[B4 Pending: applicable data governance sources; issuer, date, title, and URL].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107899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228600" indent="-228600">
              <a:spcAft>
                <a:spcPts val="1000"/>
              </a:spcAft>
              <a:defRPr sz="2300" b="0">
                <a:solidFill>
                  <a:srgbClr val="142C43"/>
                </a:solidFill>
                <a:latin typeface="Arial"/>
              </a:defRPr>
              <a:buChar char="•"/>
            </a:pPr>
            <a:r>
              <a:t>[B5 Pending: project interviews and approved documents; owner, date, and access basis].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6 | AlignAgent Communication Alignment AI Agent</dc:title>
  <dc:subject>Ghost / strawman deck; proposed design and pending evidence</dc:subject>
  <dc:creator>Group 6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